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a9ea18cb2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ea9ea18cb2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a9ea18cb2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8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1A6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5B2D8E">
              <a:alpha val="50196"/>
            </a:srgbClr>
          </a:solidFill>
          <a:ln cap="flat" cmpd="sng" w="12700">
            <a:solidFill>
              <a:srgbClr val="5B2D8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7B4FB8">
              <a:alpha val="40000"/>
            </a:srgbClr>
          </a:solidFill>
          <a:ln cap="flat" cmpd="sng" w="12700">
            <a:solidFill>
              <a:srgbClr val="7B4FB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00BCD4">
              <a:alpha val="45098"/>
            </a:srgbClr>
          </a:solidFill>
          <a:ln cap="flat" cmpd="sng" w="12700">
            <a:solidFill>
              <a:srgbClr val="00BCD4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65760"/>
            <a:ext cx="2286000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548640" y="82296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work_in_progress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1554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B5F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Android Task Manager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2148840"/>
            <a:ext cx="4114800" cy="36576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B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5B8E8"/>
                </a:solidFill>
                <a:latin typeface="Calibri"/>
                <a:ea typeface="Calibri"/>
                <a:cs typeface="Calibri"/>
                <a:sym typeface="Calibri"/>
              </a:rPr>
              <a:t>DePaul University  |  IS Senior Project  | 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4389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9B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9BC8"/>
                </a:solidFill>
                <a:latin typeface="Calibri"/>
                <a:ea typeface="Calibri"/>
                <a:cs typeface="Calibri"/>
                <a:sym typeface="Calibri"/>
              </a:rPr>
              <a:t>Presented by Team work_in_progress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Meet the Team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74320" y="1188720"/>
            <a:ext cx="2743200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11480" y="1463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51560" y="13716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Paul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51560" y="17830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Scrum Master / QA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46120" y="1188720"/>
            <a:ext cx="2743200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383280" y="1463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023360" y="13716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Ayaan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023360" y="17830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Backend 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17920" y="1211583"/>
            <a:ext cx="2743200" cy="14172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355080" y="14630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995160" y="13716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Voya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995160" y="178308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Backend / QA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4320" y="2834640"/>
            <a:ext cx="2743200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11480" y="3108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51560" y="30175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Farhan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51560" y="34290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Technical Writing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46120" y="2834640"/>
            <a:ext cx="2743200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383280" y="3108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023360" y="30175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Alexis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023360" y="34290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Frontend 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217920" y="2834640"/>
            <a:ext cx="2743200" cy="141732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355080" y="3108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995160" y="301752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Sahrish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995160" y="342900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UI / UX Designer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Overview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What is Work In Progress?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169164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Work In Progress</a:t>
            </a: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is a native Android task management app built with Kotlin and Android Studio. It helps users stay organized by creating, tracking, and managing their daily tasks — all in one clean, intuitive interface.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306324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005840" y="30815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Native Android (Kotlin)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350215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005840" y="352044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 Database for local storage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7200" y="394106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05840" y="395935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Reminders &amp; due-date alerts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437997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05840" y="43982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Real-time task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0" y="1005840"/>
            <a:ext cx="2560320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Features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74320" y="1143000"/>
            <a:ext cx="27432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11480" y="1307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60120" y="12527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Task Management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960120" y="1618488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Create, edit, and delete tasks with title, notes, due date, and priority 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246120" y="1143000"/>
            <a:ext cx="27432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383280" y="1307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931920" y="12527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Smart Search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931920" y="1618488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Filter tasks in real-time as you type in the search 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217920" y="1143000"/>
            <a:ext cx="27432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6355080" y="1307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903720" y="12527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Priority Levels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903720" y="1618488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Mark tasks as High, Medium, or Low priority for better focus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74320" y="2743200"/>
            <a:ext cx="27432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11480" y="29077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960120" y="28529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Reminders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960120" y="3218688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Toggle reminders so you never miss an important deadline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246120" y="2743200"/>
            <a:ext cx="27432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3383280" y="29077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931920" y="28529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Due Dates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931920" y="3218688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Assign due dates and see which tasks are coming up soon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217920" y="2743200"/>
            <a:ext cx="274320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355080" y="29077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903720" y="28529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Task Details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903720" y="3218688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Tap any task to view full details including notes and progress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 Screens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1828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274320" y="4389120"/>
            <a:ext cx="1828800" cy="594360"/>
          </a:xfrm>
          <a:prstGeom prst="roundRect">
            <a:avLst>
              <a:gd fmla="val 12308" name="adj"/>
            </a:avLst>
          </a:prstGeom>
          <a:solidFill>
            <a:srgbClr val="EDE7F6"/>
          </a:solidFill>
          <a:ln cap="flat" cmpd="sng" w="12700">
            <a:solidFill>
              <a:srgbClr val="E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274320" y="440740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Splash Screen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74320" y="46817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App launch with brand identity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0592" y="1097280"/>
            <a:ext cx="1828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2450592" y="4389120"/>
            <a:ext cx="1828800" cy="594360"/>
          </a:xfrm>
          <a:prstGeom prst="roundRect">
            <a:avLst>
              <a:gd fmla="val 12308" name="adj"/>
            </a:avLst>
          </a:prstGeom>
          <a:solidFill>
            <a:srgbClr val="EDE7F6"/>
          </a:solidFill>
          <a:ln cap="flat" cmpd="sng" w="12700">
            <a:solidFill>
              <a:srgbClr val="E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2450592" y="440740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Home / Task 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450592" y="46817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All tasks, search &amp; Add button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6864" y="1097280"/>
            <a:ext cx="1828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4626864" y="4389120"/>
            <a:ext cx="1828800" cy="594360"/>
          </a:xfrm>
          <a:prstGeom prst="roundRect">
            <a:avLst>
              <a:gd fmla="val 12308" name="adj"/>
            </a:avLst>
          </a:prstGeom>
          <a:solidFill>
            <a:srgbClr val="EDE7F6"/>
          </a:solidFill>
          <a:ln cap="flat" cmpd="sng" w="12700">
            <a:solidFill>
              <a:srgbClr val="E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626864" y="440740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Search in 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626864" y="46817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Live filtering as user types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03136" y="1097280"/>
            <a:ext cx="1828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6803136" y="4389120"/>
            <a:ext cx="1828800" cy="594360"/>
          </a:xfrm>
          <a:prstGeom prst="roundRect">
            <a:avLst>
              <a:gd fmla="val 12308" name="adj"/>
            </a:avLst>
          </a:prstGeom>
          <a:solidFill>
            <a:srgbClr val="EDE7F6"/>
          </a:solidFill>
          <a:ln cap="flat" cmpd="sng" w="12700">
            <a:solidFill>
              <a:srgbClr val="E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803136" y="440740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Add Task 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803136" y="46817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Title, due date, priority &amp; reminder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274325" y="13726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 Screens (cont.)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274320" y="4389120"/>
            <a:ext cx="1828800" cy="594300"/>
          </a:xfrm>
          <a:prstGeom prst="roundRect">
            <a:avLst>
              <a:gd fmla="val 12308" name="adj"/>
            </a:avLst>
          </a:prstGeom>
          <a:solidFill>
            <a:srgbClr val="EDE7F6"/>
          </a:solidFill>
          <a:ln cap="flat" cmpd="sng" w="12700">
            <a:solidFill>
              <a:srgbClr val="E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274320" y="440740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Task List (populated)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274320" y="46817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All tasks, ordered by due date -&gt; creation date -&gt; completed</a:t>
            </a:r>
            <a:endParaRPr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8" title="Screenshot_20260609-1834592.png"/>
          <p:cNvPicPr preferRelativeResize="0"/>
          <p:nvPr/>
        </p:nvPicPr>
        <p:blipFill rotWithShape="1">
          <a:blip r:embed="rId3">
            <a:alphaModFix/>
          </a:blip>
          <a:srcRect b="17369" l="0" r="0" t="0"/>
          <a:stretch/>
        </p:blipFill>
        <p:spPr>
          <a:xfrm>
            <a:off x="2450592" y="1097280"/>
            <a:ext cx="1828800" cy="32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2450592" y="4389120"/>
            <a:ext cx="1828800" cy="594300"/>
          </a:xfrm>
          <a:prstGeom prst="roundRect">
            <a:avLst>
              <a:gd fmla="val 12308" name="adj"/>
            </a:avLst>
          </a:prstGeom>
          <a:solidFill>
            <a:srgbClr val="EDE7F6"/>
          </a:solidFill>
          <a:ln cap="flat" cmpd="sng" w="12700">
            <a:solidFill>
              <a:srgbClr val="E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2450592" y="440740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Task Details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2450592" y="46817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Displays task details, option to edit or delete, and total list completion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8" title="Screenshot_20260609-1835252.png"/>
          <p:cNvPicPr preferRelativeResize="0"/>
          <p:nvPr/>
        </p:nvPicPr>
        <p:blipFill rotWithShape="1">
          <a:blip r:embed="rId4">
            <a:alphaModFix/>
          </a:blip>
          <a:srcRect b="14980" l="0" r="0" t="0"/>
          <a:stretch/>
        </p:blipFill>
        <p:spPr>
          <a:xfrm>
            <a:off x="4626864" y="1097280"/>
            <a:ext cx="1828800" cy="32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4626864" y="4389120"/>
            <a:ext cx="1828800" cy="594300"/>
          </a:xfrm>
          <a:prstGeom prst="roundRect">
            <a:avLst>
              <a:gd fmla="val 12308" name="adj"/>
            </a:avLst>
          </a:prstGeom>
          <a:solidFill>
            <a:srgbClr val="EDE7F6"/>
          </a:solidFill>
          <a:ln cap="flat" cmpd="sng" w="12700">
            <a:solidFill>
              <a:srgbClr val="E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626864" y="440740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Calendar 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626864" y="46817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Displays scheduled tasks on selected 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8" title="Screenshot_20260609-1835372.png"/>
          <p:cNvPicPr preferRelativeResize="0"/>
          <p:nvPr/>
        </p:nvPicPr>
        <p:blipFill rotWithShape="1">
          <a:blip r:embed="rId5">
            <a:alphaModFix/>
          </a:blip>
          <a:srcRect b="14807" l="0" r="0" t="0"/>
          <a:stretch/>
        </p:blipFill>
        <p:spPr>
          <a:xfrm>
            <a:off x="6803136" y="1097280"/>
            <a:ext cx="1828800" cy="320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6803136" y="4389120"/>
            <a:ext cx="1828800" cy="594300"/>
          </a:xfrm>
          <a:prstGeom prst="roundRect">
            <a:avLst>
              <a:gd fmla="val 12308" name="adj"/>
            </a:avLst>
          </a:prstGeom>
          <a:solidFill>
            <a:srgbClr val="EDE7F6"/>
          </a:solidFill>
          <a:ln cap="flat" cmpd="sng" w="12700">
            <a:solidFill>
              <a:srgbClr val="EDE7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6803136" y="4407408"/>
            <a:ext cx="182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Weekly 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803136" y="46817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Displays today’s scheduled tasks as well as upcoming ones this week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850" y="1097275"/>
            <a:ext cx="1433749" cy="32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Technical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65760" y="1143000"/>
            <a:ext cx="8412480" cy="749808"/>
          </a:xfrm>
          <a:prstGeom prst="roundRect">
            <a:avLst>
              <a:gd fmla="val 12195" name="adj"/>
            </a:avLst>
          </a:prstGeom>
          <a:solidFill>
            <a:srgbClr val="EDE7F6"/>
          </a:solidFill>
          <a:ln cap="flat" cmpd="sng" w="19050">
            <a:solidFill>
              <a:srgbClr val="7B4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548640" y="12161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B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7B4FB8"/>
                </a:solidFill>
                <a:latin typeface="Cambria"/>
                <a:ea typeface="Cambria"/>
                <a:cs typeface="Cambria"/>
                <a:sym typeface="Cambria"/>
              </a:rPr>
              <a:t>UI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48640" y="15270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MainActivity · AddTask · EditTask · TaskDetail · CalendarActivity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297680" y="19476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65760" y="2057400"/>
            <a:ext cx="8412480" cy="749808"/>
          </a:xfrm>
          <a:prstGeom prst="roundRect">
            <a:avLst>
              <a:gd fmla="val 12195" name="adj"/>
            </a:avLst>
          </a:prstGeom>
          <a:solidFill>
            <a:srgbClr val="E3F2FD"/>
          </a:solidFill>
          <a:ln cap="flat" cmpd="sng" w="1905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48640" y="21305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196F3"/>
                </a:solidFill>
                <a:latin typeface="Cambria"/>
                <a:ea typeface="Cambria"/>
                <a:cs typeface="Cambria"/>
                <a:sym typeface="Cambria"/>
              </a:rPr>
              <a:t>ViewModel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48640" y="24414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TaskViewModel · ViewModelFactory — manages UI state &amp; lifecycle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297680" y="28620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65760" y="2971800"/>
            <a:ext cx="8412480" cy="749808"/>
          </a:xfrm>
          <a:prstGeom prst="roundRect">
            <a:avLst>
              <a:gd fmla="val 12195" name="adj"/>
            </a:avLst>
          </a:prstGeom>
          <a:solidFill>
            <a:srgbClr val="E0F7FA"/>
          </a:solidFill>
          <a:ln cap="flat" cmpd="sng" w="1905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48640" y="30449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BCD4"/>
                </a:solidFill>
                <a:latin typeface="Cambria"/>
                <a:ea typeface="Cambria"/>
                <a:cs typeface="Cambria"/>
                <a:sym typeface="Cambria"/>
              </a:rPr>
              <a:t>Repository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48640" y="33558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TaskRepository — single source of truth for data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297680" y="37764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65760" y="3886200"/>
            <a:ext cx="8412480" cy="749808"/>
          </a:xfrm>
          <a:prstGeom prst="roundRect">
            <a:avLst>
              <a:gd fmla="val 12195" name="adj"/>
            </a:avLst>
          </a:prstGeom>
          <a:solidFill>
            <a:srgbClr val="E8F5E9"/>
          </a:solidFill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48640" y="39593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4CAF50"/>
                </a:solidFill>
                <a:latin typeface="Cambria"/>
                <a:ea typeface="Cambria"/>
                <a:cs typeface="Cambria"/>
                <a:sym typeface="Cambria"/>
              </a:rPr>
              <a:t>Database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48640" y="42702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 Database · TaskDao · Task Entity · TypeConverters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Testing &amp; Quality Assurance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274320" y="1097280"/>
            <a:ext cx="2743200" cy="3749040"/>
          </a:xfrm>
          <a:prstGeom prst="roundRect">
            <a:avLst>
              <a:gd fmla="val 4000" name="adj"/>
            </a:avLst>
          </a:prstGeom>
          <a:solidFill>
            <a:srgbClr val="EDE7F6"/>
          </a:solidFill>
          <a:ln cap="flat" cmpd="sng" w="19050">
            <a:solidFill>
              <a:srgbClr val="7B4F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411480" y="1234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B8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7B4FB8"/>
                </a:solidFill>
                <a:latin typeface="Cambria"/>
                <a:ea typeface="Cambria"/>
                <a:cs typeface="Cambria"/>
                <a:sym typeface="Cambria"/>
              </a:rPr>
              <a:t>🧪  Unit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57200" y="17373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4FB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TaskViewModelTest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57200" y="21945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4FB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TaskRepositoryTest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57200" y="26517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4FB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TaskEdgeCasesTest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57200" y="31089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4FB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PriorityTest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57200" y="35661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4FB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DataUtilTest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57200" y="40233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F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4FB8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TaskParamsTest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3200400" y="1097280"/>
            <a:ext cx="2743200" cy="3749040"/>
          </a:xfrm>
          <a:prstGeom prst="roundRect">
            <a:avLst>
              <a:gd fmla="val 4000" name="adj"/>
            </a:avLst>
          </a:prstGeom>
          <a:solidFill>
            <a:srgbClr val="E3F2FD"/>
          </a:solidFill>
          <a:ln cap="flat" cmpd="sng" w="19050">
            <a:solidFill>
              <a:srgbClr val="2196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337560" y="1234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2196F3"/>
                </a:solidFill>
                <a:latin typeface="Cambria"/>
                <a:ea typeface="Cambria"/>
                <a:cs typeface="Cambria"/>
                <a:sym typeface="Cambria"/>
              </a:rPr>
              <a:t>🔗  Integration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383280" y="17373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AddTask_IntegrationTest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3383280" y="21945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EditTask_IntegrationTest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383280" y="26517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TaskDetail_IntegrationTest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3383280" y="31089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TaskViewModelIntegrationTest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3383280" y="35661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96F3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TaskRepositoryIntegrationTest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126480" y="1097280"/>
            <a:ext cx="2743200" cy="3749040"/>
          </a:xfrm>
          <a:prstGeom prst="roundRect">
            <a:avLst>
              <a:gd fmla="val 4000" name="adj"/>
            </a:avLst>
          </a:prstGeom>
          <a:solidFill>
            <a:srgbClr val="E0F7FA"/>
          </a:solidFill>
          <a:ln cap="flat" cmpd="sng" w="1905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6263640" y="1234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00BCD4"/>
                </a:solidFill>
                <a:latin typeface="Cambria"/>
                <a:ea typeface="Cambria"/>
                <a:cs typeface="Cambria"/>
                <a:sym typeface="Cambria"/>
              </a:rPr>
              <a:t>📱  E2E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309360" y="17373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TaskFlow_E2ETest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309360" y="21945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TaskDaoInstrumentedTest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309360" y="26517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MainActivity_SearchTest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309360" y="31089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DataUtilInstrumentedTest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309360" y="3566160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TaskDaoTest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Challenges &amp; Solutions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365760" y="1283208"/>
            <a:ext cx="8412600" cy="80460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594360" y="1347216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⚠️  ViewModel &amp; Lifecycle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94360" y="1703832"/>
            <a:ext cx="7863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✅  Implemented ViewModelFactory to properly scope the ViewModel to the Activity lifecycle and avoid memory leaks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365760" y="2596896"/>
            <a:ext cx="8412600" cy="804600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594360" y="2660904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⚠️  Reminder Notifications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94360" y="3017520"/>
            <a:ext cx="7863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✅  Used AlarmManager with BroadcastReceiver (ReminderScheduler + ReminderReceiver) for reliable background notifications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65760" y="3986784"/>
            <a:ext cx="8412480" cy="804672"/>
          </a:xfrm>
          <a:prstGeom prst="roundRect">
            <a:avLst>
              <a:gd fmla="val 11364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594360" y="40507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⚠️  Search Filtering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94360" y="4407408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✅  Added a TextWatcher on the search bar that filters the task list in real-time without additional database queries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Team Contributions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274320" y="1188720"/>
            <a:ext cx="4114800" cy="1097280"/>
          </a:xfrm>
          <a:prstGeom prst="roundRect">
            <a:avLst>
              <a:gd fmla="val 8333" name="adj"/>
            </a:avLst>
          </a:prstGeom>
          <a:solidFill>
            <a:srgbClr val="F4F0FA"/>
          </a:solidFill>
          <a:ln>
            <a:noFill/>
          </a:ln>
          <a:effectLst>
            <a:outerShdw blurRad="762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411480" y="1463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1005840" y="128016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5B2D8E"/>
                </a:solidFill>
                <a:latin typeface="Cambria"/>
                <a:ea typeface="Cambria"/>
                <a:cs typeface="Cambria"/>
                <a:sym typeface="Cambria"/>
              </a:rPr>
              <a:t>Paul — Scrum Master / QA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1005840" y="164592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Led sprints, managed Agile ceremonies, wrote and executed quality assurance test plans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754880" y="1188720"/>
            <a:ext cx="4114800" cy="1097280"/>
          </a:xfrm>
          <a:prstGeom prst="roundRect">
            <a:avLst>
              <a:gd fmla="val 8333" name="adj"/>
            </a:avLst>
          </a:prstGeom>
          <a:solidFill>
            <a:srgbClr val="F4F0FA"/>
          </a:solidFill>
          <a:ln>
            <a:noFill/>
          </a:ln>
          <a:effectLst>
            <a:outerShdw blurRad="762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4892040" y="1463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5486400" y="128016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96F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196F3"/>
                </a:solidFill>
                <a:latin typeface="Cambria"/>
                <a:ea typeface="Cambria"/>
                <a:cs typeface="Cambria"/>
                <a:sym typeface="Cambria"/>
              </a:rPr>
              <a:t>Ayaan — Backend Developer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5486400" y="164592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Built Room database, TaskDao, Repository layer, and core data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274320" y="2450592"/>
            <a:ext cx="4114800" cy="1097280"/>
          </a:xfrm>
          <a:prstGeom prst="roundRect">
            <a:avLst>
              <a:gd fmla="val 8333" name="adj"/>
            </a:avLst>
          </a:prstGeom>
          <a:solidFill>
            <a:srgbClr val="F4F0FA"/>
          </a:solidFill>
          <a:ln>
            <a:noFill/>
          </a:ln>
          <a:effectLst>
            <a:outerShdw blurRad="762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411480" y="2724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1005840" y="25420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00BCD4"/>
                </a:solidFill>
                <a:latin typeface="Cambria"/>
                <a:ea typeface="Cambria"/>
                <a:cs typeface="Cambria"/>
                <a:sym typeface="Cambria"/>
              </a:rPr>
              <a:t>Voya — Backend / QA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005840" y="2907792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Developed backend logic, contributed to integration and instrumented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754880" y="2450592"/>
            <a:ext cx="4114800" cy="1097280"/>
          </a:xfrm>
          <a:prstGeom prst="roundRect">
            <a:avLst>
              <a:gd fmla="val 8333" name="adj"/>
            </a:avLst>
          </a:prstGeom>
          <a:solidFill>
            <a:srgbClr val="F4F0FA"/>
          </a:solidFill>
          <a:ln>
            <a:noFill/>
          </a:ln>
          <a:effectLst>
            <a:outerShdw blurRad="762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4892040" y="27249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486400" y="25420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4CAF50"/>
                </a:solidFill>
                <a:latin typeface="Cambria"/>
                <a:ea typeface="Cambria"/>
                <a:cs typeface="Cambria"/>
                <a:sym typeface="Cambria"/>
              </a:rPr>
              <a:t>Farhan — Technical Writing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5486400" y="2907792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Authored KDoc documentation, project README, and maintained code documentation standards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274320" y="3712464"/>
            <a:ext cx="4114800" cy="1097280"/>
          </a:xfrm>
          <a:prstGeom prst="roundRect">
            <a:avLst>
              <a:gd fmla="val 8333" name="adj"/>
            </a:avLst>
          </a:prstGeom>
          <a:solidFill>
            <a:srgbClr val="F4F0FA"/>
          </a:solidFill>
          <a:ln>
            <a:noFill/>
          </a:ln>
          <a:effectLst>
            <a:outerShdw blurRad="762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411480" y="39867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1005840" y="380390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9800"/>
                </a:solidFill>
                <a:latin typeface="Cambria"/>
                <a:ea typeface="Cambria"/>
                <a:cs typeface="Cambria"/>
                <a:sym typeface="Cambria"/>
              </a:rPr>
              <a:t>Alexis — Frontend Developer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1005840" y="4169664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Implemented Activity screens in Kotlin, connected UI to ViewModel, handled navigation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754880" y="3712464"/>
            <a:ext cx="4114800" cy="1097280"/>
          </a:xfrm>
          <a:prstGeom prst="roundRect">
            <a:avLst>
              <a:gd fmla="val 8333" name="adj"/>
            </a:avLst>
          </a:prstGeom>
          <a:solidFill>
            <a:srgbClr val="F4F0FA"/>
          </a:solidFill>
          <a:ln>
            <a:noFill/>
          </a:ln>
          <a:effectLst>
            <a:outerShdw blurRad="762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4892040" y="39867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5486400" y="3803904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8C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91E8C"/>
                </a:solidFill>
                <a:latin typeface="Cambria"/>
                <a:ea typeface="Cambria"/>
                <a:cs typeface="Cambria"/>
                <a:sym typeface="Cambria"/>
              </a:rPr>
              <a:t>Sahrish — UI / UX Designer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5486400" y="4169664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Designed the complete visual system — color palette, layouts, typography, and user experience flow across all 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F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1A6E"/>
          </a:solidFill>
          <a:ln cap="flat" cmpd="sng" w="12700">
            <a:solidFill>
              <a:srgbClr val="3D1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We Learned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274320" y="1143000"/>
            <a:ext cx="27432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411480" y="1325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987552" y="12801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MVVM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987552" y="164592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Learned how Model-View-ViewModel pattern creates maintainable, testable Android apps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3246120" y="1143000"/>
            <a:ext cx="27432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3383280" y="1325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3959352" y="12801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Agile Teamwork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3959352" y="164592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Practiced real Scrum with sprints, standups, and iterative delivery as a 6-person 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217920" y="1143000"/>
            <a:ext cx="27432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6355080" y="1325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931152" y="128016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Room &amp; SQLite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6931152" y="164592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Gained hands-on experience with local database persistence using Android Room 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274320" y="2834640"/>
            <a:ext cx="27432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987552" y="29718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Test-Driven Development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987552" y="333756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Wrote unit, integration, and E2E tests to ensure code reliability across layers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3246120" y="2834640"/>
            <a:ext cx="27432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338328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3959352" y="29718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UX Design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3959352" y="333756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Translated user needs into clean, intuitive mobile UI with consistent visual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217920" y="2834640"/>
            <a:ext cx="274320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27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635508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931152" y="29718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1A6E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D1A6E"/>
                </a:solidFill>
                <a:latin typeface="Cambria"/>
                <a:ea typeface="Cambria"/>
                <a:cs typeface="Cambria"/>
                <a:sym typeface="Cambria"/>
              </a:rPr>
              <a:t>Documentation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6931152" y="3337560"/>
            <a:ext cx="1920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Maintained KDoc and README documentation to keep the codebase understandable for 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1A6E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5B2D8E">
              <a:alpha val="50196"/>
            </a:srgbClr>
          </a:solidFill>
          <a:ln cap="flat" cmpd="sng" w="12700">
            <a:solidFill>
              <a:srgbClr val="5B2D8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7B4FB8">
              <a:alpha val="40000"/>
            </a:srgbClr>
          </a:solidFill>
          <a:ln cap="flat" cmpd="sng" w="12700">
            <a:solidFill>
              <a:srgbClr val="7B4FB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7772400" y="-274320"/>
            <a:ext cx="1645920" cy="1645920"/>
          </a:xfrm>
          <a:prstGeom prst="ellipse">
            <a:avLst/>
          </a:prstGeom>
          <a:solidFill>
            <a:srgbClr val="00BCD4">
              <a:alpha val="45098"/>
            </a:srgbClr>
          </a:solidFill>
          <a:ln cap="flat" cmpd="sng" w="12700">
            <a:solidFill>
              <a:srgbClr val="00BCD4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You!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2286000" y="2331720"/>
            <a:ext cx="4572000" cy="36576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B8E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5B8E8"/>
                </a:solidFill>
                <a:latin typeface="Calibri"/>
                <a:ea typeface="Calibri"/>
                <a:cs typeface="Calibri"/>
                <a:sym typeface="Calibri"/>
              </a:rPr>
              <a:t>work_in_progress  —  DePaul University  | 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914400" y="31089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B5F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Paul  ·  Ayaan  ·  Voya  ·  Farhan  ·  Alexis  ·  Sahrish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0BCD4"/>
                </a:solidFill>
                <a:latin typeface="Cambria"/>
                <a:ea typeface="Cambria"/>
                <a:cs typeface="Cambria"/>
                <a:sym typeface="Cambria"/>
              </a:rPr>
              <a:t>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